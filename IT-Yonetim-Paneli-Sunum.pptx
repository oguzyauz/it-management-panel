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165" autoAdjust="0"/>
  </p:normalViewPr>
  <p:slideViewPr>
    <p:cSldViewPr snapToGrid="0" snapToObjects="1">
      <p:cViewPr varScale="1">
        <p:scale>
          <a:sx n="60" d="100"/>
          <a:sy n="60" d="100"/>
        </p:scale>
        <p:origin x="8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434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Bugun gosterecegim sey calisan bir uygulama, tasarim degil. Kendi Gmail kutumdan gercek ticket maillerini okuyor. Once ne yaptigini, sonra ne YAPMADIGINI anlatacagim.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dort maddeyi sizinle konustugumuz ihtiyactan cikardim. Hicbiri Tixbox eksigi degil.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Ust siradaki dort adim otomatik. Alttaki alti yetenek de sizin ekranda yaptiklariniz.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slaydi bilerek one aldim. Panelin Tixbox'i degistirmedigini herkesin bilmesi lazim. SLA konusunu ozellikle soyluyorum: veri olmadigi icin uydurmadik.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Ekrandaki sayilar gercek: 5 acik ticket, hepsi atanmamis, hepsi uzun suredir acik. Ekip takvimi henuz doldurulmadigi icin ofis/home office sayilari sifir gorunuyor.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ekranda dikkat cekmek istedigim sutun "Okundugu kutu". Ayni ticket hem benim hem Dilara'nin kutusunda; tek kayit acildi ama ikisi de yaziyor.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Cekmece listeden cikmadan aciliyor; sirayla ticket incelerken sayfa degistirmek gerekmiyor.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kucuk kutuyu "gun boyu acik kalsin" diye yaptik. Ilk surumde calisan hesabiyla acildiginda 403 hatasi veriyordu — rol bilinmeden istek atiyordu, duzeltildi.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ekran son eklenen parcalardan biri. Onceden posta kutusu eklemek icin ayar dosyasi duzenlemek gerekiyordu; artik ekrandan yapiliyor.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 bos gorunuyor cunku su an hicbir ticket atanmamis durumda. Atama yapildigi anda burada gorunur.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Katmanli mimarinin faydasi su: Domain katmani hicbir seye bagli degil, is kurallari veritabanindan ve Gmail'den bagimsiz test edilebiliyor.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"Turcan, Merve" otomatik olarak "Merve Turcan" haline getiriliyor. Yapay zeka kullanmadik: kalip sabit oldugu icin kural tabanli okuma hem hizli hem ongorulebilir.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slayti bilerek koydum. Calisan kod yazmak bir seviye; hata mesaji vermeyen hatalari bulmak baska bir seviye. Ozellikle dorduncusu: kutu bagliydi, yesil tik vardi, hata yoktu ama ticket gelmiyordu.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Yaklasim su: bir hata ciktiginda once o hatayi yakalayan testi yaziyoruz, sonra duzeltiyoruz. Boylece ayni hata sessizce geri gelemiyor.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cumleyi vurgulayin: herkes ZIP'i kendi bilgisayarinda acarsa atamalar birbirine gorunmez. Tek kurulum, digerleri tarayicidan.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 maddeyi de karar olarak biraktim, oneri olarak degil. Ikincisi en kolayi: IT bir Google Cloud projesi acsa credentials.json degisecek, baska bir sey degil. Sunum bitince canli demo teklif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SUNUMU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Mail Tabanlı IT Yönetim Paneli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 ticket maillerini otomatik okuyup tek ekranda toplayan iç kullanım uygulaması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Karaahmet  ·  Staj Projesi  ·  Ağustos 2026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Çözmeye çalıştığımız sorun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bilgisi mailde dağınık duruyor; kimin üzerinde ne var, tek ekranda görünmüyor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Mailler dağınık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51960" y="1783080"/>
            <a:ext cx="7068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bildirimleri gruba gidiyor. Bir ticket müdürün kutusuna hiç düşmeden bir çalışanın kutusunda kalabiliyor.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90088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62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 elle yapılıyor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880360"/>
            <a:ext cx="7068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Kimin üzerinde kaç iş var, hangisi uzun süredir açık — bu bilgi hiçbir yerde toplu durmuyor.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87368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959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 zaman alıyor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51960" y="3977640"/>
            <a:ext cx="7068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 ne hatırlatılacağı tek tek mail geçmişinden çıkarılıyor.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0566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nerede belirsiz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51960" y="5074920"/>
            <a:ext cx="7068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 / home office / izin bilgisi ayrı yerlerde; atama yaparken kimin müsait olduğu bilinmiyor.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ne yapıyor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Mailden ekrana, elle işlem olmadan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7452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Okur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Tanımlı posta kutularını 5 dakikada bir tarar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6744" y="187452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66744" y="239572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Ayrıştırır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66744" y="27432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ve gövdeden ticket alanlarını çıkarır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28816" y="187452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28816" y="239572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Eşleştirir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28816" y="27432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ticket birden çok kutuda olsa tek kayıt açar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1645920"/>
            <a:ext cx="2450592" cy="1737360"/>
          </a:xfrm>
          <a:prstGeom prst="roundRect">
            <a:avLst>
              <a:gd name="adj" fmla="val 4211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90888" y="187452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088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90888" y="2395728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Gösterir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90888" y="274320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atama, durum, hatırlatma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950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listesi ve arama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279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Numara, talep eden, uygulama, açıklama ve posta kutusunda arama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0" y="3950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ve durum takibi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279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durumu günceller, müdür anında görür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3950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 maili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75320" y="4279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Önizleme → onay → gönderim; onaysız gönderilmez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4910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çalışma takvimi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239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 / home office / izin planı tek ekranda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0" y="4910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ticket ekleme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5239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 düşmemiş Tixbox kaydı numarasıyla girilir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75320" y="4910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kaydı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75320" y="52395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zaman, neyi değiştirdi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ne yapmıyor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Baştan konuşulması gereken sınırlar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BF1E8"/>
          </a:solidFill>
          <a:ln w="12700">
            <a:solidFill>
              <a:srgbClr val="EBD9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03120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47088"/>
            <a:ext cx="9811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Tixbox'a yazmaz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Tixbox üzerinde ticket açmaz, güncellemez, kapatmaz. Buradaki durumlar yalnızca yönetim panelindeki takip durumudur. Bu uyarı her ekranda yazılı.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BF1E8"/>
          </a:solidFill>
          <a:ln w="12700">
            <a:solidFill>
              <a:srgbClr val="EBD9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611880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355848"/>
            <a:ext cx="9811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veya hedef tarih üretmez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72160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Tixbox'tan SLA verisi gelmiyor. Uydurma bir hedef tarih yanlış yönlendirir; onun yerine "kaç gündür açık" ve "kaç gündür güncellenmedi" gösteriliyor. Eşikler ayarlardan değiştirilebilir.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BF1E8"/>
          </a:solidFill>
          <a:ln w="12700">
            <a:solidFill>
              <a:srgbClr val="EBD9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5120640"/>
            <a:ext cx="384048" cy="384048"/>
          </a:xfrm>
          <a:prstGeom prst="ellipse">
            <a:avLst/>
          </a:prstGeom>
          <a:solidFill>
            <a:srgbClr val="C9722B"/>
          </a:solidFill>
          <a:ln w="12700">
            <a:solidFill>
              <a:srgbClr val="C97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4864608"/>
            <a:ext cx="9811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Onaysız mail göndermez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230368"/>
            <a:ext cx="9811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hatırlatma önce önizlenir, siz onaylamadan gönderilmez.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Sabah açıp bakılacak tek ekran — gerçek verilerle</a:t>
            </a:r>
            <a:endParaRPr lang="en-US" sz="1350" dirty="0"/>
          </a:p>
        </p:txBody>
      </p:sp>
      <p:pic>
        <p:nvPicPr>
          <p:cNvPr id="4" name="Image 0" descr="C:\Users\KARAAHML\Desktop\ticketanaliz\sunum\ekran\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7589520" cy="4745736"/>
          </a:xfrm>
          <a:prstGeom prst="rect">
            <a:avLst/>
          </a:prstGeom>
          <a:effectLst>
            <a:outerShdw blurRad="152400" dist="38100" dir="5400000" algn="bl" rotWithShape="0">
              <a:srgbClr val="9AAEB8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549640" y="14813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Sekiz metrik kartı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49640" y="181051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Açık, atanmamış, devam eden, uzun süredir açık; bugün kim ofiste, home office, izinli ve plan göndermeyenler.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27157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ekip durumu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30449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yaparken kimin müsait olduğu aynı ekranda.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49640" y="39502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Atanmamış ticket'lar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49640" y="427939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Listeden çıkmadan doğrudan buradan atama yapılır.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518464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Mailleri şimdi oku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49640" y="551383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dakikalık otomatik okumayı beklemeden elle tetikleme.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listesi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Arama, filtre, atama — ve kaydın hangi kutudan geldiği</a:t>
            </a:r>
            <a:endParaRPr lang="en-US" sz="1350" dirty="0"/>
          </a:p>
        </p:txBody>
      </p:sp>
      <p:pic>
        <p:nvPicPr>
          <p:cNvPr id="4" name="Image 0" descr="C:\Users\KARAAHML\Desktop\ticketanaliz\sunum\ekran\ticket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7589520" cy="4745736"/>
          </a:xfrm>
          <a:prstGeom prst="rect">
            <a:avLst/>
          </a:prstGeom>
          <a:effectLst>
            <a:outerShdw blurRad="152400" dist="38100" dir="5400000" algn="bl" rotWithShape="0">
              <a:srgbClr val="9AAEB8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549640" y="14813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"Okunduğu kutu" sütunu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49640" y="181051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mail iki kutuya düştüyse ikisi de yazar. Çoklu kutu okumaya geçtikten sonra kaydın nereden geldiği belirsizdi; bunu siz istemiştiniz.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27157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Arama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30449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no, talep eden, uygulama, açıklama ve posta kutusu üzerinde çalışır.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49640" y="39502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durumu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49640" y="427939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"Uzun süredir açık" / "Güncelleme bekliyor". Eşikler 2/5/7 gün, ayarlardan değiştirilir.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518464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ticket ekle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49640" y="551383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 düşmemiş kayıt numarasıyla girilir; aynı numara iki kez eklenemez.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detayı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Satıra tıklayınca açılan çekmece</a:t>
            </a:r>
            <a:endParaRPr lang="en-US" sz="1350" dirty="0"/>
          </a:p>
        </p:txBody>
      </p:sp>
      <p:pic>
        <p:nvPicPr>
          <p:cNvPr id="4" name="Image 0" descr="C:\Users\KARAAHML\Desktop\ticketanaliz\sunum\ekran\ticket-det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7589520" cy="4745736"/>
          </a:xfrm>
          <a:prstGeom prst="rect">
            <a:avLst/>
          </a:prstGeom>
          <a:effectLst>
            <a:outerShdw blurRad="152400" dist="38100" dir="5400000" algn="bl" rotWithShape="0">
              <a:srgbClr val="9AAEB8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549640" y="14813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Atama ve durum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49640" y="181051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 seçilir, durum değiştirilir, not eklenir — hepsi bu çekmeceden.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27157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kaynakları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30449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kaç mailden geldi, hangi kutuda bulundu, orijinal gönderen kim.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49640" y="39502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geçmişi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49640" y="427939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zaman, hangi geçişi yaptı ve notu ne.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518464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Tixbox bağlantısı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49640" y="551383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 kayda tek tıkla gidilir — yeni sekmede, salt görüntüleme.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Masaüstü özet kutusu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Paneli açmadan, ekranın köşesinde duran küçük pencere</a:t>
            </a:r>
            <a:endParaRPr lang="en-US" sz="1350" dirty="0"/>
          </a:p>
        </p:txBody>
      </p:sp>
      <p:pic>
        <p:nvPicPr>
          <p:cNvPr id="4" name="Image 0" descr="C:\Users\KARAAHML\Desktop\ticketanaliz\sunum\ekran\wi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3200400" cy="3959352"/>
          </a:xfrm>
          <a:prstGeom prst="rect">
            <a:avLst/>
          </a:prstGeom>
          <a:effectLst>
            <a:outerShdw blurRad="152400" dist="38100" dir="5400000" algn="bl" rotWithShape="0">
              <a:srgbClr val="9AAEB8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754880" y="1554480"/>
            <a:ext cx="6885432" cy="3959352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74920" y="1828800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şey gösterir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74920" y="2157984"/>
            <a:ext cx="6245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ticket atanmamış, kaç tanesi uzun süredir açık, bugün kaç kişi ofiste. Fazlası yok — köşede duracak bir kutuda tablo istemedik.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74920" y="3108960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kendine yenilenir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74920" y="3438144"/>
            <a:ext cx="6245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Dakikada bir günceller. Panel açık olmasa da çalışır.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74920" y="4389120"/>
            <a:ext cx="6245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gibi durur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74920" y="4718304"/>
            <a:ext cx="6245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Tarayıcıdan "Bu siteyi uygulama olarak yükle" denince adres çubuğu olmayan küçük bir pencere olur; görev çubuğuna sabitlenebilir.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57150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Adres:  http://localhost:5080/widget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 ekranı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 kutuları, kullanıcılar ve ayarlar — dosya düzenlemeden</a:t>
            </a:r>
            <a:endParaRPr lang="en-US" sz="1350" dirty="0"/>
          </a:p>
        </p:txBody>
      </p:sp>
      <p:pic>
        <p:nvPicPr>
          <p:cNvPr id="4" name="Image 0" descr="C:\Users\KARAAHML\Desktop\ticketanaliz\sunum\ekran\yonetim-kut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7589520" cy="4745736"/>
          </a:xfrm>
          <a:prstGeom prst="rect">
            <a:avLst/>
          </a:prstGeom>
          <a:effectLst>
            <a:outerShdw blurRad="152400" dist="38100" dir="5400000" algn="bl" rotWithShape="0">
              <a:srgbClr val="9AAEB8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549640" y="14813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 kutuları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49640" y="181051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eklenir, "Yetkilendir" ile Google onayı verilir. Yeşil tik yetkilendirilmiş demek; son okuma ve hata durumu altında yazar.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27157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Kullanıcılar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30449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Ekleme, rol seçimi, parola sıfırlama, aktif/pasif. Kullanıcı silinmez — geçmiş atamalar korunur.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49640" y="39502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49640" y="427939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eşikleri, okuma sıklığı, takvim kuralları buradan değişir.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518464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Baştan tara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49640" y="551383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 bağlı ama eski mailler gelmiyorsa okuma penceresini sıfırlar.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49640" y="598932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işlemler önceden yalnızca teknik arayüzden veya dosya düzenleyerek yapılabiliyordu.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Çalışan tarafı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kendi işini kendi günceller, siz dashboard'da görürsünüz</a:t>
            </a:r>
            <a:endParaRPr lang="en-US" sz="1350" dirty="0"/>
          </a:p>
        </p:txBody>
      </p:sp>
      <p:pic>
        <p:nvPicPr>
          <p:cNvPr id="4" name="Image 0" descr="C:\Users\KARAAHML\Desktop\ticketanaliz\sunum\ekran\calis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1328"/>
            <a:ext cx="7589520" cy="4745736"/>
          </a:xfrm>
          <a:prstGeom prst="rect">
            <a:avLst/>
          </a:prstGeom>
          <a:effectLst>
            <a:outerShdw blurRad="152400" dist="38100" dir="5400000" algn="bl" rotWithShape="0">
              <a:srgbClr val="9AAEB8">
                <a:alpha val="4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549640" y="148132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kendi kayıtları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49640" y="181051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başkasının ticket'ını göremez. Bu kısıt sunucuda zorlanır; istemci filtreyi değiştirerek kapsamı genişletemez.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549640" y="271576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Durumu ileri ve geri alabilir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549640" y="304495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Yanlışlıkla kapatılan ticket yeniden açılabilir.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49640" y="395020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atama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549640" y="427939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maili tek kişiye gelmişse müdür ataması beklenmez; listede "otomatik atandı" yazar.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5184648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planı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549640" y="5513832"/>
            <a:ext cx="3090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ofis / home office / izin planı; gönderim sonrası müdür onayına düşer.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Teknik yapı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mimari — bağımlılıklar tek yönlü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578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uçları, kimlik doğrulama, zamanlanmış işler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82112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02152" y="16002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0752" y="1810512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30752" y="2286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30752" y="2578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veritabanı, mail gönderimi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35624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55664" y="16002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84264" y="1810512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426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84264" y="2286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84264" y="2578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kuralları, ayrıştırma, servisler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89136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B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09176" y="1600200"/>
            <a:ext cx="2615184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37776" y="1810512"/>
            <a:ext cx="384048" cy="384048"/>
          </a:xfrm>
          <a:prstGeom prst="ellipse">
            <a:avLst/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3777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37776" y="228600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37776" y="2578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Varlıklar ve durum makinesi — dışa bağımlılığı yok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3375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5204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3840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· TanStack Query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02152" y="33375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30752" y="35204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730752" y="3840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· ASP.NET Core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8 · Hangfire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Serilog · Swagger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55664" y="33375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35204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684264" y="3840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(kurumsal)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(taşınabilir paket)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tablo · denetim kaydı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409176" y="33375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37776" y="352044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637776" y="3840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(salt okuma)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· kutu başına onay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sağlayıcı ile test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erişimi bir arayüzün arkasında: gerçek Gmail ve sahte (Mock) sağlayıcı yer değiştirebiliyor. Testler internet olmadan, gerçek kutuya dokunmadan çalışıyor.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mail nasıl ticket oluyor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adım, hepsi deterministik — yapay zekâ yok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73936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8105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sorgu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31136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Gönderen + konu kalıbı ile Gmail sorgusu. Gelen kutusunun tamamı taranmaz.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57276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773936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02352" y="18105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Zarfı aç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1144" y="2231136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İletilen mailde en içteki orijinal mail bulunur; açılış tarihi oradan alınır.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6448" y="157276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5048" y="1773936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06256" y="18105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Konuyu ayrıştır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85048" y="2231136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no, talep eden, uygulama, öncelik konu satırından çıkarılır.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7296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374136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34107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Gövdeyi oku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831336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Kategori, açıklama, Tixbox bağlantısı gövdeden alınır.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317296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3374136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81144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02352" y="34107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81144" y="3831336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ile gövde çelişirse ticket yine açılır ama uyarı işaretlenir.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56448" y="317296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5048" y="3374136"/>
            <a:ext cx="384048" cy="384048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85048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06256" y="341071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Tekrarı ele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85048" y="3831336"/>
            <a:ext cx="3127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aşamalı kontrol: mesaj kimliği, ticket no, thread, konu+tarih.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010912"/>
            <a:ext cx="10451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satırından çıkarılanlar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" y="5321808"/>
            <a:ext cx="1045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Ticket n. I260729_000144 for Turcan, Merve about ERP TR - N/A - Priority: 2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" y="5687568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Numara I260729_000144  ·  Tür: Incident (I ile başlıyor)  ·  Talep eden: Merve Turcan  ·  Uygulama: ERP TR  ·  Öncelik: 2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1B4965"/>
                </a:solidFill>
                <a:latin typeface="Cambria" pitchFamily="34" charset="0"/>
                <a:ea typeface="Cambria" pitchFamily="34" charset="-122"/>
              </a:rPr>
              <a:t>BAŞIMIZA GELEN OLAYLAR VE ÇÖZÜMLERİMİZ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Hepsinin ortak özelliği: hiçbiri hata mesajı vermiyordu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01368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saat geriye kayıyordu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Mailde 11:47, ekranda 08:47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810512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saat dilimi bilgisini tutmuyor; okurken UTC işareti kayboluyordu.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715768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filtresi bozuluyordu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71600" y="2898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"2026/07/06" yerine "2026.07.06"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0" y="2724912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Türkçe kültürde "/" ayırıcısı "." oluyor. Gmail sorgusu sessizce boş dönüyordu.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630168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mail reddediliyordu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3813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Testlerde çalışıyor, Gmail'de çalışmıyor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3639312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uzun konu satırını ikiye bölüyor; ayrıştırıcı yarısını okuyordu.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1596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544568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mailler atlanıyordu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71600" y="4727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 bağlandı ama 0 ticket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4553712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Başarısız okuma da "buraya kadar okudum" damgasını ilerletiyordu.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3036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5458968"/>
            <a:ext cx="384048" cy="38404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458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kontrolleri düşüyordu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371600" y="5641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başarılı, her ekran "kullanıcı bulunamadı"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5468112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Kimlik, atanmadan önce yakalanıyordu — istek boyunca boş kalıyordu.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7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Beşi de uygulamayı gerçek koşullarda çalıştırınca ortaya çıktı — geliştirme ortamında hepsi "çalışıyor" görünüyordu.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emin oluyoruz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hata için, bir daha olmasın diye bir test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8105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dk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56616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tamamı çalışıyor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0" y="18105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1792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gerektiren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869680" y="18105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86968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kutuya dokunan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Ayrıştırma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kalıpları, iletilen mailler, bozuk veri, uyarı üretimi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2918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07992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kapsamı, istemcinin filtreyi değiştirmesi, rol kontrolleri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329184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1312" y="34381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11312" y="3749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 özeti, hesap kilitleme, oturum düşürme, ilk kurulum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672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kutu, tekrar koruması, hata sonrası pencere davranışı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672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Takvim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07992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plan, onay akışı, kilit saati, resmî tatiller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4672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Hatırlatma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11312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Önizleme, onay zorunluluğu, gönderim kaydı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sahte bir sağlayıcıyla değiştirilebildiği için testler internet olmadan, gerçek posta kutusuna hiç dokunmadan çalışıyor.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Kurulum ve erişim güvenliği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 gerektirmeyen tek klasör, parola ile giriş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65376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208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ZIP'i ayıklayıp Baslat.cmd'ye çift tıklayın. .NET, Node.js, SQL Server gerekmez.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898648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770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Parolanı belirle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540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açılışta yönetici parolasını siz koyarsınız.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931920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Gmail'i bağla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873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→ Posta kutuları → Ekle → Yetkilendir.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00016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 w="12700">
            <a:solidFill>
              <a:srgbClr val="DCE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965192"/>
            <a:ext cx="384048" cy="384048"/>
          </a:xfrm>
          <a:prstGeom prst="ellipse">
            <a:avLst/>
          </a:prstGeom>
          <a:solidFill>
            <a:srgbClr val="1B4965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8371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Ekibi ekle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1206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ilk girişinde kendi parolasını belirler.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600200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ECF4ED"/>
          </a:solidFill>
          <a:ln w="12700">
            <a:solidFill>
              <a:srgbClr val="D3E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11112" y="186537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1111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1737360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Parolalar açık saklanmaz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2020824"/>
            <a:ext cx="4142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ile özetlenir; 5 hatalı denemede 15 dakika kilit.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2633472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ECF4ED"/>
          </a:solidFill>
          <a:ln w="12700">
            <a:solidFill>
              <a:srgbClr val="D3E4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11112" y="289864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277063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ayrımı sunucuda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3054096"/>
            <a:ext cx="4142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yalnızca kendi kayıtlarını görür.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3666744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ECF4ED"/>
          </a:solidFill>
          <a:ln w="12700">
            <a:solidFill>
              <a:srgbClr val="D3E4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11112" y="3931920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11112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78040" y="380390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sunucuda tutulur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78040" y="4087368"/>
            <a:ext cx="4142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pasifleştirilince oturumu anında düşer.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55080" y="4700016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ECF4ED"/>
          </a:solidFill>
          <a:ln w="12700">
            <a:solidFill>
              <a:srgbClr val="D3E4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11112" y="496519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11112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178040" y="483717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yalnızca okunur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178040" y="5120640"/>
            <a:ext cx="4142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Silmez, değiştirmez, göndermez. Her kutu sahibi kendi onayını verir.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Ekibin aynı verileri görmesi için uygulama tek bilgisayarda çalışır, diğerleri tarayıcıdan bağlanır (Baslat.cmd yerine Paylas.cmd). Herkes kendi kopyasını açarsa veriler paylaşılmaz.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Sizden beklenen kararlar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taraf hazır; bu üç madde karar bekliyor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235777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322576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76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/ İK onayı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2176272"/>
            <a:ext cx="6428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posta kutularının okunması için hukuk ve İK onayı gerekiyor. Onay gelene kadar yalnızca sizin kutunuz okunabilir.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235777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511296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3649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projesi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364992"/>
            <a:ext cx="6428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 an kişisel bir Google projesi kullanılıyor; kullanıcıya "doğrulanmamış uygulama" uyarısı çıkıyor. Menarini IT kendi projesini açarsa uyarı kalkar. Kod değişikliği gerekmiyor.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235777"/>
          </a:solidFill>
          <a:ln w="12700">
            <a:solidFill>
              <a:srgbClr val="2E6E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700016"/>
            <a:ext cx="384048" cy="384048"/>
          </a:xfrm>
          <a:prstGeom prst="ellipse">
            <a:avLst/>
          </a:prstGeom>
          <a:solidFill>
            <a:srgbClr val="62B6CB"/>
          </a:solidFill>
          <a:ln w="12700">
            <a:solidFill>
              <a:srgbClr val="62B6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45537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Kimin bilgisayarında çalışacak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4553712"/>
            <a:ext cx="6428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tek bilgisayarda çalışıp ekibe açılmalı. Sizin makineniz mi, yoksa IT bir sunucu mu ayıracak?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şu an çalışıyor — isterseniz hemen gösterebilirim.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1949</Words>
  <Application>Microsoft Office PowerPoint</Application>
  <PresentationFormat>Widescreen</PresentationFormat>
  <Paragraphs>289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Mail Tabanlı IT Yönetim Paneli — Durum Sunumu</dc:title>
  <dc:subject>PptxGenJS Presentation</dc:subject>
  <dc:creator>Lara Karaahmet</dc:creator>
  <cp:lastModifiedBy>LARA KARAAHMET</cp:lastModifiedBy>
  <cp:revision>4</cp:revision>
  <dcterms:created xsi:type="dcterms:W3CDTF">2026-08-13T07:00:44Z</dcterms:created>
  <dcterms:modified xsi:type="dcterms:W3CDTF">2026-08-13T11:15:41Z</dcterms:modified>
</cp:coreProperties>
</file>