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Amaç: ne yapıldığını, neyin gerçekten çalıştığını ve neyin açık kaldığını göstermek. Ürün Tixbox'ın yerine geçmiyor; Tixbox'a hiçbir şey yazmıyor.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 gerçek örnekle çalışmanın riski buydu. Bu yüzden mümkün olan en erken anda gerçek maillere bağlandım.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Eski SRS'in merkezinde LLM vardı. Elimizde Tixbox verisi olmayınca LLM'in katacağı değer, getireceği belirsizliğin altında kalıyordu. Konu satırı zaten yapısal.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adım. Kritik nokta: kişiye özel gelen ticket için müdürün atama yapmasını beklemiyoruz.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tablo sunumun en önemli slaytı: sistem gerçek kutunuzdaki gerçek maillerle çalıştı. İsimler de düzeltilmiş hâlde — mailde "Sasmaz, Esra" yazıyor, panelde "Esra Sasmaz".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ayrım tüm yaşlandırma hesabının temeli. Zincirli forward testini de yazdım: siz Duygu'nun ilettiği maili bana ilettiğinizde bile doğru tarih çıkıyor.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Buradaki mesaj: erken gerçek veriye bağlanmak karşılığını verdi. Üç hata da sessizce veri kaybettiriyordu — hiçbiri çökme değildi.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aşamalı kontrol. Sıra önemli: en ucuz ve en kesin olandan başlıyor.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Kapsam daraltması sunucuda. Çalışan istemciden başkasının kimliğini gönderse bile sonuç boş dönüyor; 16 test bunu koruyor.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 Türkiye resmî tatilleri yüklü. Dinî bayram tarihleri hicri takvime bağlı olduğu için doğrulanmalı — açık konular listesinde.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bilinçli bir karardı. Sahte bir hedef tarih üretmek, yöneticinin yanlış kararına yol açardı. Eşikler ayarlanabilir.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Mikroservis yok, message broker yok. Ekip küçük, karmaşıklık gereksizdi.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Dürüstlük slaytı. Giriş ve mail gönderimi tek ayarla gerçeğe döner. Menarini kutuları yönetici onayına bağlı.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Üçüncüsü çözüldü. İlk ikisi izin meselesi. Yönlendirme alternatifi hem daha hızlı hem KVKK açısından daha rahat.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Kapanış. Dört madde de benim karar veremeyeceğim konular; teknik taraf hazır.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00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2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RAPORU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Mail Tabanlı IT Yönetim Paneli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Desk ticket maillerini otomatik okuyup yönetilebilir hale getiren iç uygulama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 Karaahmet · Ağustos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17405A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1389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Tixbox'a hiçbir yazma işlemi yapılmaz.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yalnızca okur ve takip eder.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Başlarken elimizde ne vardı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girdileri ve baştan bilinen kısıtlar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4344" cy="2377440"/>
          </a:xfrm>
          <a:prstGeom prst="roundRect">
            <a:avLst>
              <a:gd name="adj" fmla="val 3077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gerçek mail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965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ticket açılış maili — üstelik iletilmiş (forward) hâlde. Tüm ayrıştırma tasarımı bu tek örneğe dayanıyordu.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7304" y="1737360"/>
            <a:ext cx="3514344" cy="2377440"/>
          </a:xfrm>
          <a:prstGeom prst="roundRect">
            <a:avLst>
              <a:gd name="adj" fmla="val 3077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1624" y="1965960"/>
            <a:ext cx="384048" cy="384048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1624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1624" y="256032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analiz dokümanı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1624" y="2926080"/>
            <a:ext cx="2965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sayfalık SRS. Yapay zekâ ağırlıklı, sprint raporu okuyan geniş bir kapsam öngörüyordu.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5968" y="1737360"/>
            <a:ext cx="3514344" cy="2377440"/>
          </a:xfrm>
          <a:prstGeom prst="roundRect">
            <a:avLst>
              <a:gd name="adj" fmla="val 3077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0288" y="1965960"/>
            <a:ext cx="384048" cy="384048"/>
          </a:xfrm>
          <a:prstGeom prst="ellipse">
            <a:avLst/>
          </a:prstGeom>
          <a:solidFill>
            <a:srgbClr val="C9722B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028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00288" y="256032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Tixbox erişimi yok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00288" y="2926080"/>
            <a:ext cx="2965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yok, veritabanı yok. Tek veri kaynağı Gmail'e düşen mailler.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BF1E8"/>
          </a:solidFill>
          <a:ln w="12700">
            <a:solidFill>
              <a:srgbClr val="E8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5488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Buradaki asıl risk: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örnekten yola çıkan bir ayrıştırıcı, gerçek kutuya bağlanınca kırılır. Bu yüzden erken aşamada gerçek Gmail'e bağlanmayı öncelik yaptım — ve gerçekten de üç ayrı hata çıktı (bkz. slayt 7).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Kapsamı bilerek daralttım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SRS ile bu projenin farkı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2956" cy="3977640"/>
          </a:xfrm>
          <a:prstGeom prst="roundRect">
            <a:avLst>
              <a:gd name="adj" fmla="val 1839"/>
            </a:avLst>
          </a:prstGeom>
          <a:solidFill>
            <a:srgbClr val="FBF1E8"/>
          </a:solidFill>
          <a:ln w="12700">
            <a:solidFill>
              <a:srgbClr val="E8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 dışı bırakılanlar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228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/ LLM analiz katmanı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raporu (PDF/Drive) okuma ve OCR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 tutarsızlık kontrolleri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/ hedef tarih hesabı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numarası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5362956" cy="3977640"/>
          </a:xfrm>
          <a:prstGeom prst="roundRect">
            <a:avLst>
              <a:gd name="adj" fmla="val 1839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7830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Yapılanlar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240280"/>
            <a:ext cx="47228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Gmail'den filtreli mail okuma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Deterministik ayrıştırma (regex, LLM yok)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zarfı çözümleme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Atama, durum takibi, dahili not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Onaylı hatırlatma maili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çalışma takvimi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Sebep: Tixbox verisi olmadan LLM'in ekleyeceği değer, getireceği belirsizlikten azdı. Yapısal alanlar zaten regex ile %100 çıkarılabiliyor.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ne yapıyor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Mailden panele giden yol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84882" cy="2514600"/>
          </a:xfrm>
          <a:prstGeom prst="roundRect">
            <a:avLst>
              <a:gd name="adj" fmla="val 2944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65960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1972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926080"/>
            <a:ext cx="19728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izinli gönderen ve konu kalıbına uyan mailler okunur. Kutunun tamamı taranmaz.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51810" y="274320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2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7570" y="1737360"/>
            <a:ext cx="2484882" cy="2514600"/>
          </a:xfrm>
          <a:prstGeom prst="roundRect">
            <a:avLst>
              <a:gd name="adj" fmla="val 2944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73602" y="1965960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360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73602" y="2560320"/>
            <a:ext cx="1972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Ayrıştırma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73602" y="2926080"/>
            <a:ext cx="19728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no, talep eden, uygulama, öncelik, açılış tarihi, açıklama ve Tixbox bağlantısı çıkarılır.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20740" y="274320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2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86500" y="1737360"/>
            <a:ext cx="2484882" cy="2514600"/>
          </a:xfrm>
          <a:prstGeom prst="roundRect">
            <a:avLst>
              <a:gd name="adj" fmla="val 2944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42532" y="1965960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253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42532" y="2560320"/>
            <a:ext cx="1972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Tekilleştirme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42532" y="2926080"/>
            <a:ext cx="19728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ticket birden fazla kutuda veya iletmede olsa tek kayıt açılır.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89670" y="274320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2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55430" y="1737360"/>
            <a:ext cx="2484882" cy="2514600"/>
          </a:xfrm>
          <a:prstGeom prst="roundRect">
            <a:avLst>
              <a:gd name="adj" fmla="val 2944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1462" y="196596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146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1462" y="2560320"/>
            <a:ext cx="1972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11462" y="2926080"/>
            <a:ext cx="19728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Atanmamışlar, uzun süredir açık olanlar, iş yükü ve ekip durumu tek ekranda.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864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maili bir kişiye gelmişse doğrudan o kişiye atanır. Gruba gelmişse atanmamış düşer ve atamayı siz yaparsınız.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Gerçek sonuçlar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Uydurma örnek değil — gerçek Gmail kutusundan okunan gerçek ticket'lar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920240"/>
                <a:gridCol w="3886200"/>
                <a:gridCol w="914400"/>
                <a:gridCol w="22219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Talep eden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Uygulama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Öncelik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Açılış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I260805_000073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 Sen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BA-FF Business Applications 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05.08.2026 10:35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I260804_000220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Saduman Aydan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04.08.2026 15:21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I260804_000212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Emre Goktas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Business Applications 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04.08.2026 15:15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I260804_000202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Esra Sasmaz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Business Applications 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04.08.2026 11:20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I260729_000144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Merve Turcan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29.07.2026 11:47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3453384" cy="1554480"/>
          </a:xfrm>
          <a:prstGeom prst="roundRect">
            <a:avLst>
              <a:gd name="adj" fmla="val 4706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800600"/>
            <a:ext cx="3453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48640" y="5577840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okundu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67784" y="4617720"/>
            <a:ext cx="3453384" cy="1554480"/>
          </a:xfrm>
          <a:prstGeom prst="roundRect">
            <a:avLst>
              <a:gd name="adj" fmla="val 4706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67784" y="4800600"/>
            <a:ext cx="3453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4367784" y="5577840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oluştu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86928" y="4617720"/>
            <a:ext cx="3453384" cy="1554480"/>
          </a:xfrm>
          <a:prstGeom prst="roundRect">
            <a:avLst>
              <a:gd name="adj" fmla="val 4706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6928" y="4800600"/>
            <a:ext cx="3453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8186928" y="5577840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/ uyarı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kritik ayrıntı: hangi tarih?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İletilmiş mailde açılış tarihi, ileten kişinin tarihi değildir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17236" cy="2514600"/>
          </a:xfrm>
          <a:prstGeom prst="roundRect">
            <a:avLst>
              <a:gd name="adj" fmla="val 2909"/>
            </a:avLst>
          </a:prstGeom>
          <a:solidFill>
            <a:srgbClr val="FBF1E8"/>
          </a:solidFill>
          <a:ln w="12700">
            <a:solidFill>
              <a:srgbClr val="E8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677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olan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46771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Temmuz 2026  13:33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Keydal'ın maili ilettiği an. Dış zarfın tarihi bu — ticket'ın açılışıyla ilgisi yok.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3076" y="1645920"/>
            <a:ext cx="5317236" cy="2514600"/>
          </a:xfrm>
          <a:prstGeom prst="roundRect">
            <a:avLst>
              <a:gd name="adj" fmla="val 2909"/>
            </a:avLst>
          </a:prstGeom>
          <a:solidFill>
            <a:srgbClr val="EAF3EC"/>
          </a:solidFill>
          <a:ln w="12700">
            <a:solidFill>
              <a:srgbClr val="C8DF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3116" y="1828800"/>
            <a:ext cx="4677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olan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43116" y="2212848"/>
            <a:ext cx="46771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Temmuz 2026  11:47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643116" y="2816352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Ticket'ın Tixbox'ta gerçekten açıldığı an. Forward bloğunun içindeki orijinal zarftan alınır.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709160"/>
            <a:ext cx="10451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5047488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tarih, "kaç gündür açık" hesabını da yanlış yapar. Bir ticket 7 gündür açıkken 6 gün görünür ve dikkat gerektirenler listesine geç düşer. Zincirli iletmelerde (siz ← Duygu ← Service Desk) sistem en içteki zarfı bulur.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Gerçek Gmail'e bağlanınca çıkan hatalar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testleri %100 geçiyordu — gerçek veri üç ayrı kusuru ortaya çıkardı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389888"/>
          </a:xfrm>
          <a:prstGeom prst="roundRect">
            <a:avLst>
              <a:gd name="adj" fmla="val 5263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01952"/>
            <a:ext cx="384048" cy="384048"/>
          </a:xfrm>
          <a:prstGeom prst="ellipse">
            <a:avLst/>
          </a:prstGeom>
          <a:solidFill>
            <a:srgbClr val="C9722B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Katlanmış başlık satırı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uzun konu satırını ~78 karakterde ikiye böler. Ayrıştırıcı konuyu yarım okuyup maili reddediyordu.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0" y="2029968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Katlanan satırlar birleştiriliyor.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1091672" cy="1389888"/>
          </a:xfrm>
          <a:prstGeom prst="roundRect">
            <a:avLst>
              <a:gd name="adj" fmla="val 5263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38144"/>
            <a:ext cx="384048" cy="384048"/>
          </a:xfrm>
          <a:prstGeom prst="ellipse">
            <a:avLst/>
          </a:prstGeom>
          <a:solidFill>
            <a:srgbClr val="C9722B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37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Forward'ları kaçıran sorgu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17320" y="3685032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sorgusu yalnızca dış göndereni eşliyordu. İletilmiş mailde dış gönderen ileten kişi olduğu için o mailler hiç gelmezdi.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0" y="356616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 serbest metin olarak da aranıyor.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18304"/>
            <a:ext cx="11091672" cy="1389888"/>
          </a:xfrm>
          <a:prstGeom prst="roundRect">
            <a:avLst>
              <a:gd name="adj" fmla="val 5263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74336"/>
            <a:ext cx="384048" cy="384048"/>
          </a:xfrm>
          <a:prstGeom prst="ellipse">
            <a:avLst/>
          </a:prstGeom>
          <a:solidFill>
            <a:srgbClr val="C9722B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873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Kültüre bağlı tarih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17320" y="5221224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filtresi Türkçe kültürde "2026.07.06" üretiyordu; Gmail bunu kabul etmez.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5102352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Biçimlendirme kültürden bağımsız.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1447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 de gerçek veriyle karşılaşmadan görülemezdi. Her biri için fixture ve regresyon testi eklendi.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Aynı ticket iki kez açılmaz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bir gruba gidiyor, herkes iletiyor — kayıt tek kalmalı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32888" cy="1965960"/>
          </a:xfrm>
          <a:prstGeom prst="roundRect">
            <a:avLst>
              <a:gd name="adj" fmla="val 3721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77440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mesaj kimliği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2020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mail yeniden okundu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691640"/>
            <a:ext cx="2532888" cy="1965960"/>
          </a:xfrm>
          <a:prstGeom prst="roundRect">
            <a:avLst>
              <a:gd name="adj" fmla="val 3721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856232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377440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numarası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57600" y="2743200"/>
            <a:ext cx="2020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ticket başka kutudan geldi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54496" y="1691640"/>
            <a:ext cx="2532888" cy="1965960"/>
          </a:xfrm>
          <a:prstGeom prst="roundRect">
            <a:avLst>
              <a:gd name="adj" fmla="val 3721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0528" y="1856232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10528" y="2377440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istek no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10528" y="2743200"/>
            <a:ext cx="2020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değişmiş olsa bile eşleşir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07424" y="1691640"/>
            <a:ext cx="2532888" cy="1965960"/>
          </a:xfrm>
          <a:prstGeom prst="roundRect">
            <a:avLst>
              <a:gd name="adj" fmla="val 3721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63456" y="1856232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3456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63456" y="2377440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+ açılış anı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63456" y="2743200"/>
            <a:ext cx="2020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güvenlik ağı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315968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testte doğrulandı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4681728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ticket iki farklı kaynaktan geldi: fixture'daki kopya ve sizin Menarini'den kendinize ilettiğiniz gerçek mail.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ticket açılmadı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mail yalnızca ikinci kaynak kaydı olarak eklendi. İkisi de aynı açılış tarihini verdi, üstelik biri iki katmanlı forward'dı.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 ne yapabiliyor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Yetkiler sunucu tarafında zorlanır — arayüze güvenilmez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286000"/>
                <a:gridCol w="368503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Müdür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ticket'ları görme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Yalnızca kendine atananlar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Çalışana atama / yeniden atama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Devam ediyor / Tamamlandı yapma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 — kendi ticket'ında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 alma (beklemeye al, yeniden aç)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 — kendi ticket'ında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Atanmamışa geri verme, arşivleme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Hatırlatma maili gönderme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Çalışma planı gönderme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6235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Çalışanın yaptığı her durum değişikliği, notuyla birlikte müdür panelindeki "Ekipten gelen güncellemeler" bölümüne düşer.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Hibrit çalışma takvimi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kim ofiste, kim evde, kim izinli — sormadan görünür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1874520"/>
          </a:xfrm>
          <a:prstGeom prst="roundRect">
            <a:avLst>
              <a:gd name="adj" fmla="val 3902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01952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901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6771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haftanın 5 iş günü için ofis / home office / izin seçer ve gönderir. Cuma 17:00'de kilitlenir.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669280" cy="1874520"/>
          </a:xfrm>
          <a:prstGeom prst="roundRect">
            <a:avLst>
              <a:gd name="adj" fmla="val 3902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005072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40050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Müdür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437083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matriste tüm ekibi görür, onaylar veya reddeder, gerektiğinde bir günü değiştirir.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1645920"/>
            <a:ext cx="5056632" cy="3931920"/>
          </a:xfrm>
          <a:prstGeom prst="roundRect">
            <a:avLst>
              <a:gd name="adj" fmla="val 1860"/>
            </a:avLst>
          </a:prstGeom>
          <a:solidFill>
            <a:srgbClr val="FBF1E8"/>
          </a:solidFill>
          <a:ln w="12700">
            <a:solidFill>
              <a:srgbClr val="E8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87452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gün ofis / 2 gün home office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03720" y="2286000"/>
            <a:ext cx="4416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ihlal edilse bile gönderim engellenmez — yalnızca işaretlenir ve müdür onay ekranında görür.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03720" y="3611880"/>
            <a:ext cx="4416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Bilerek böyle: sistemin insanı bloke etmesi yerine yöneticiye görünür kılması tercih edildi. Resmî tatiller kural dışıdır.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göndermeyenlerin sayısı dashboard'da kart olarak görünür; tek tıkla takvim ekranına gidilir.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Sahte SLA üretmedim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Tixbox'tan hedef tarih gelmiyor — uydurmak yerine ölçülebilir bir kural koydum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FBF1E8"/>
          </a:solidFill>
          <a:ln w="12700">
            <a:solidFill>
              <a:srgbClr val="E8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Elimizde olmayan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süreleri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/ termin tarihi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 süresi taahhüdü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30952" cy="2606040"/>
          </a:xfrm>
          <a:prstGeom prst="roundRect">
            <a:avLst>
              <a:gd name="adj" fmla="val 2807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82880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Bunun yerine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0" y="2240280"/>
            <a:ext cx="4690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gündür güncellenmedi → "Güncelleme bekliyor"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gündür açık → "Uzun süredir açık"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gündür açık → kritik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80060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Arayüzde hiçbir yerde "SLA" veya "gecikme" yazmaz.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521208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Eşikler ayar ekranından değiştirilebilir. Gerçek SLA verisi bir gün gelirse bu kural onunla değiştirilir — ama o güne kadar sistem bilmediği bir şeyi biliyormuş gibi davranmıyor.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Teknik özet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· .NET 8 · React 18 · SQL Server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32888" cy="1828800"/>
          </a:xfrm>
          <a:prstGeom prst="roundRect">
            <a:avLst>
              <a:gd name="adj" fmla="val 400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10.714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 C#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600200"/>
            <a:ext cx="2532888" cy="1828800"/>
          </a:xfrm>
          <a:prstGeom prst="roundRect">
            <a:avLst>
              <a:gd name="adj" fmla="val 400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187452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3.969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401568" y="265176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 TypeScript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600200"/>
            <a:ext cx="2532888" cy="1828800"/>
          </a:xfrm>
          <a:prstGeom prst="roundRect">
            <a:avLst>
              <a:gd name="adj" fmla="val 400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87452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254496" y="265176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07424" y="1600200"/>
            <a:ext cx="2532888" cy="1828800"/>
          </a:xfrm>
          <a:prstGeom prst="roundRect">
            <a:avLst>
              <a:gd name="adj" fmla="val 400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07424" y="187452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107424" y="265176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tablosu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17520" y="3931920"/>
            <a:ext cx="8622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Kurallar, durum geçiş matrisi, ticket numarası doğrulama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462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017520" y="4462272"/>
            <a:ext cx="8622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ayrıştırıcı, servisler — veritabanı ve HTTP bağımsız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9926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017520" y="4992624"/>
            <a:ext cx="8622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Core, Gmail istemcisi, zamanlanmış iş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5229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Arayüz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017520" y="5522976"/>
            <a:ext cx="8622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Uçlar, yetkilendirme, React paneli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Ayrıştırıcı hiçbir servise bağımlı değil; tek başına test edilebiliyor. Testlerin çoğu onu koruyor.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Neyin gerçek, neyin geçici olduğu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Olduğundan iyi göstermemek için açıkça ayırıyorum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011680"/>
                <a:gridCol w="51480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Bileşen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 ayrıştırma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maillerinizle doğrulandı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Gmail'den okuma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Kişisel kutuya bağlı ve çalışıyor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Veritabanı, panel işlemleri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Server, tam işlevsel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Yetkilendirme, denetim kaydı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Sunucu tarafında zorlanıyor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Kullanıcı girişi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Geçici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 yok; listeden kullanıcı seçiliyor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Hatırlatma maili gönderimi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Geçici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Gerçekten gönderilmiyor, dosyaya yazılıyor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Menarini kutularını okuma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Kapalı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 yöneticisi uygulamayı engelliyor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778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BF1E8"/>
          </a:solidFill>
          <a:ln w="12700">
            <a:solidFill>
              <a:srgbClr val="E8D4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76072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Geçici olan üç maddenin üçü de ayar değişikliğiyle açılıyor; kod tarafı hazır ve derleniyor.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Karşılaşılan engeller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dışı, izin kaynaklı — çözümü bende değil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481328"/>
          </a:xfrm>
          <a:prstGeom prst="roundRect">
            <a:avLst>
              <a:gd name="adj" fmla="val 4938"/>
            </a:avLst>
          </a:prstGeom>
          <a:solidFill>
            <a:srgbClr val="FBF1E8"/>
          </a:solidFill>
          <a:ln w="12700">
            <a:solidFill>
              <a:srgbClr val="E8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38528"/>
            <a:ext cx="384048" cy="384048"/>
          </a:xfrm>
          <a:prstGeom prst="ellipse">
            <a:avLst/>
          </a:prstGeom>
          <a:solidFill>
            <a:srgbClr val="C9722B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kısıtı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17627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Menarini hesabıyla OAuth denemesi "access_not_configured" veriyor. Yönetici doğrulanmamış üçüncü taraf uygulamalara izin vermiyor.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0" y="2084832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onayı gerekiyor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1672" cy="1481328"/>
          </a:xfrm>
          <a:prstGeom prst="roundRect">
            <a:avLst>
              <a:gd name="adj" fmla="val 4938"/>
            </a:avLst>
          </a:prstGeom>
          <a:solidFill>
            <a:srgbClr val="FBF1E8"/>
          </a:solidFill>
          <a:ln w="12700">
            <a:solidFill>
              <a:srgbClr val="E8D4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584448"/>
            <a:ext cx="384048" cy="384048"/>
          </a:xfrm>
          <a:prstGeom prst="ellipse">
            <a:avLst/>
          </a:prstGeom>
          <a:solidFill>
            <a:srgbClr val="C9722B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3474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açma yetkisi yok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63040" y="38221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Menarini hesabı Google Cloud'da proje açamıyor. Geliştirme için kişisel hesap kullanıldı.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95360" y="3730752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çözüm kurumsal proje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91672" cy="1481328"/>
          </a:xfrm>
          <a:prstGeom prst="roundRect">
            <a:avLst>
              <a:gd name="adj" fmla="val 4938"/>
            </a:avLst>
          </a:prstGeom>
          <a:solidFill>
            <a:srgbClr val="EAF3EC"/>
          </a:solidFill>
          <a:ln w="12700">
            <a:solidFill>
              <a:srgbClr val="C8DF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523036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5120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 izni gerektiren kurulumlar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63040" y="546811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ve Node.js kurulumları UAC onayı istedi; kullanıcı dizinine kurularak aşıldı.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95360" y="5376672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Aşıldı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yol: çalışanlar ticket maillerini tek bir kutuya yönlendirirse yönetici onayı gerekmeden çalışır — ve kimsenin posta kutusuna erişilmez.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Açık konular ve kararınızı bekleyenler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17405A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1920240"/>
            <a:ext cx="384048" cy="384048"/>
          </a:xfrm>
          <a:prstGeom prst="ellipse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746504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kutuları okunsun mu?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7568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olarak hazır. Ancak hukuk/İK onayı ve çalışan aydınlatması gerekir. Alternatif: mailleri tek kutuya yönlendirmek.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17405A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3054096"/>
            <a:ext cx="384048" cy="384048"/>
          </a:xfrm>
          <a:prstGeom prst="ellipse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880360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giriş açılsın mı?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209544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girişi kodda hazır. Açılırsa parolasız erişim biter. Adresiniz "ext." alt alanında olduğu için domain listesi güncellenmeli.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67912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17405A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4187952"/>
            <a:ext cx="384048" cy="384048"/>
          </a:xfrm>
          <a:prstGeom prst="ellipse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4014216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 çalışacak?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343400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 an geliştirme makinesinde. Ekip kullanımı için tek bir sunucuda çalışması gerekir.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01768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17405A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321808"/>
            <a:ext cx="384048" cy="384048"/>
          </a:xfrm>
          <a:prstGeom prst="ellipse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5148072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Yaşlandırma eşikleri doğru mu?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5477256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/ 7 gün varsayıldı. Sizin beklentinizle örtüşüyor mu?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1722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şu anda çalışır durumda ve gerçek maillerinizle test edildi. Yukarıdaki dört madde teknik değil, karar konusudur.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 Tabanlı IT Yönetim Paneli — Durum Raporu</dc:title>
  <dc:subject>PptxGenJS Presentation</dc:subject>
  <dc:creator>Lara Karaahmet</dc:creator>
  <cp:lastModifiedBy>Lara Karaahmet</cp:lastModifiedBy>
  <cp:revision>1</cp:revision>
  <dcterms:created xsi:type="dcterms:W3CDTF">2026-08-07T07:42:19Z</dcterms:created>
  <dcterms:modified xsi:type="dcterms:W3CDTF">2026-08-07T07:42:19Z</dcterms:modified>
</cp:coreProperties>
</file>